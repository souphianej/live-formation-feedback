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8" d="100"/>
          <a:sy n="68" d="100"/>
        </p:scale>
        <p:origin x="5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634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
Sources]
- https://mazur.harvard.edu/publications/peer-instruction-users-manual
- https://www.cmu.edu/teaching/solveproblem/index.html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6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EA5A4"/>
          </a:solidFill>
          <a:ln w="12700">
            <a:solidFill>
              <a:srgbClr val="0EA5A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106372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 actif (amphi-friendly)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6144768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de ressources pour améliorer un cours magistral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 4 • ACTIVE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Cas, problèmes, activités guidées, restitution courte, rôles, logistique.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22895" y="45116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(ce que vous saurez faire après le module)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visées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de 0–5% à 10–20% d’activité sans perdre le contenu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activité de 10–15 min (consigne + livrable + restitution)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“débogage” et “exemples contrastés” pour approfondir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Cadrer la restitution (2 retours + synthèse)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le bruit et le temps avec des règles simples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 : activité + restitution tiennent en 12 minutes chrono.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 (dès le prochain CM)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250028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guidé en 3 </a:t>
            </a:r>
            <a:r>
              <a:rPr lang="en-US" dirty="0" err="1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</a:t>
            </a:r>
            <a:r>
              <a:rPr lang="en-US" dirty="0" smtClean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lieu d’un gros problème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contrastés : comparer 2 solutions proches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en groupe (rapporteur, sceptique, temps)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“2–2–1” : 2 réponses, 2 erreurs, 1 synthèse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un timer visible (discipline amphi)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301588" y="1234440"/>
            <a:ext cx="5250028" cy="5074920"/>
          </a:xfrm>
          <a:prstGeom prst="rect">
            <a:avLst/>
          </a:prstGeom>
          <a:solidFill>
            <a:srgbClr val="FFCCCC"/>
          </a:solidFill>
          <a:ln w="12700">
            <a:solidFill>
              <a:srgbClr val="E5E7EB"/>
            </a:solidFill>
            <a:prstDash val="solid"/>
          </a:ln>
          <a:effectLst>
            <a:outerShdw blurRad="645160000" dist="241935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0188" y="1554480"/>
            <a:ext cx="47928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éviter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30188" y="2057400"/>
            <a:ext cx="479282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Consignes longues/ambiguës (activité qui s’étire)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non cadrée (monologues)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sans livrable (difficile à piloter)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faire en groupes de 6–8 (préférez duo/triades)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d’activité chaque semaine sans routine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&amp; livrables “clé en main”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pouvez copier-coller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activité (10–15 min) : objectif → consigne → livrable → correction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“débogage” : erreurs typiques + questions de justification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restitution : 2 retours max + synthèse enseignante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logistique : duo/triade, bruit, déplacements, signaux d’arrêt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commencez par 1 template et répétez-le 3 séances de suite.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Scénarios / activités prêtes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109728" cy="50749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 courts (amphi-friendly)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10362895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Instruction : vote → discussion → revote → explication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Mini-cas 10 min : 5 min analyse + 3 min choix + 2 min débrief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walk express : 3 affiches, rotation 2 min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rôles court : décision sous contrainte (2 positions)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914400" y="5623560"/>
            <a:ext cx="1036289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5696712"/>
            <a:ext cx="10088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73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démarrez par “Peer Instruction” (très faible logistique).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&amp; ressources (sélection)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11535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508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103628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Instruction: A User’s Manual (Mazur)</a:t>
            </a:r>
            <a:endParaRPr lang="en-US" dirty="0"/>
          </a:p>
          <a:p>
            <a:pPr marL="228600" indent="-228600">
              <a:lnSpc>
                <a:spcPct val="115000"/>
              </a:lnSpc>
              <a:buSzPct val="100000"/>
              <a:buChar char="•"/>
            </a:pPr>
            <a:r>
              <a:rPr lang="en-US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Eberly Center : stratégies d’enseignement (problèmes, discussions)</a:t>
            </a:r>
            <a:endParaRPr lang="en-US" dirty="0"/>
          </a:p>
        </p:txBody>
      </p:sp>
      <p:sp>
        <p:nvSpPr>
          <p:cNvPr id="6" name="Shape 3"/>
          <p:cNvSpPr/>
          <p:nvPr/>
        </p:nvSpPr>
        <p:spPr>
          <a:xfrm>
            <a:off x="548640" y="6510528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398</Words>
  <Application>Microsoft Office PowerPoint</Application>
  <PresentationFormat>Grand écran</PresentationFormat>
  <Paragraphs>50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Diagnostic CM – packs de ressources</dc:creator>
  <cp:lastModifiedBy>JENDER Souphiane</cp:lastModifiedBy>
  <cp:revision>6</cp:revision>
  <dcterms:created xsi:type="dcterms:W3CDTF">2026-02-10T00:15:41Z</dcterms:created>
  <dcterms:modified xsi:type="dcterms:W3CDTF">2026-02-10T08:32:55Z</dcterms:modified>
</cp:coreProperties>
</file>