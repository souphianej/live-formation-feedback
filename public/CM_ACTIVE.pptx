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
Sources]
- https://mazur.harvard.edu/publications/peer-instruction-users-manual
- https://www.cmu.edu/teaching/solveproblem/index.html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2331720"/>
            <a:ext cx="1063721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77240" y="324612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Apprentissage actif (amphi-friendly)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6144768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de ressources pour améliorer un cours magistral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A5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DOMAINE 4 • ACTIVE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domaine couvre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Cas, problèmes, activités guidées, restitution courte, rôles, logistique.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(ce que vous saurez faire après le module)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Compétences visées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Passer de 0–5% à 10–20% d’activité sans perdre le contenu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activité de 10–15 min (consigne + livrable + restitution)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Utiliser “débogage” et “exemples contrastés” pour approfondir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Cadrer la restitution (2 retours + synthèse)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Gérer le bruit et le temps avec des règles simples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: activité + restitution tiennent en 12 minutes chrono.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• Diagnostic CM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(dès le prochain CM)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68680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faire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68680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Exercice guidé en 3 étapes (scaffold) au lieu d’un gros problème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Exemples contrastés : comparer 2 solutions proches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en groupe (rapporteur, sceptique, temps)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“2–2–1” : 2 réponses, 2 erreurs, 1 synthèse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un timer visible (discipline amphi)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301588" y="1234440"/>
            <a:ext cx="5250028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45160000" dist="241935000" dir="162000000000">
              <a:srgbClr val="000000">
                <a:alpha val="12000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30188" y="1554480"/>
            <a:ext cx="47928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éviter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530188" y="2057400"/>
            <a:ext cx="4792828" cy="3977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Consignes longues/ambiguës (activité qui s’étire)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Restitution non cadrée (monologues)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Activité sans livrable (difficile à piloter)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faire en groupes de 6–8 (préférez duo/triades)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Changer d’activité chaque semaine sans routine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• Quick wins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&amp; livrables “clé en main”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vous pouvez copier-coller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Fiche activité (10–15 min) : objectif → consigne → livrable → correction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Banque “débogage” : erreurs typiques + questions de justification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Grille de restitution : 2 retours max + synthèse enseignante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logistique : duo/triade, bruit, déplacements, signaux d’arrêt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commencez par 1 template et répétez-le 3 séances de suite.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• Templates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Scénarios / activités prêtes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34440"/>
            <a:ext cx="109728" cy="507492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Formats courts (amphi-friendly)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10362895" cy="3703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Instruction : vote → discussion → revote → explication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Mini-cas 10 min : 5 min analyse + 3 min choix + 2 min débrief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walk express : 3 affiches, rotation 2 min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Jeu de rôles court : décision sous contrainte (2 positions)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14400" y="5623560"/>
            <a:ext cx="10362895" cy="502920"/>
          </a:xfrm>
          <a:prstGeom prst="rect">
            <a:avLst/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5696712"/>
            <a:ext cx="1008857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Astuce : démarrez par “Peer Instruction” (très faible logistique).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• Scénarios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Références &amp; ressources (sélection)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10911535" cy="5074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50800" dist="1905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1036289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Instruction: A User’s Manual (Mazur)</a:t>
            </a:r>
            <a:endParaRPr lang="en-US" sz="1600" dirty="0"/>
          </a:p>
          <a:p>
            <a:pPr marL="228600" indent="-228600">
              <a:lnSpc>
                <a:spcPct val="115000"/>
              </a:lnSpc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Eberly Center : stratégies d’enseignement (problèmes, discussions)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48640" y="6510528"/>
            <a:ext cx="11094415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6565392"/>
            <a:ext cx="1109441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• Références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Diagnostic CM – packs de ressources</dc:creator>
  <cp:lastModifiedBy>Diagnostic CM – packs de ressources</cp:lastModifiedBy>
  <cp:revision>1</cp:revision>
  <dcterms:created xsi:type="dcterms:W3CDTF">2026-02-10T00:15:41Z</dcterms:created>
  <dcterms:modified xsi:type="dcterms:W3CDTF">2026-02-10T00:15:41Z</dcterms:modified>
</cp:coreProperties>
</file>