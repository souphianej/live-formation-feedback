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https://www.wiley.com/en-us/Classroom%2BAssessment%2BTechniques%3A%2BFormative%2BFeedback%2BTools%2Bfor%2BCollege%2Band%2BUniversity%2BTeachers%2C%2B3rd%2BEdition-p-9781119860167
- https://www.cmu.edu/teaching/principles/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formative &amp; adaptation en direct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5 • FEEDBACK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domaine couvre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Diagnostiquer, repérer les erreurs typiques, ajuster le CM, boucler la boucle.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3 diagnostics planifiés par séance (pré-requis, pivot, transfert)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“c’est clair ?” à un indicateur observable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les misconceptions (erreurs typiques) explicitement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en direct (re-expliquer autrement, re-séquencer)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retours pour démarrer le CM suivant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vous savez quoi faire si &lt;60% réussit un concept check.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• Diagnostic CM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diagnostic (toujours les mêmes emplacements)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avec justification (1 phrase) plutôt que QCM nu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Muddiest point : “le point le plus flou” en fin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d’action : si X alors Y (reprendre exemple, refaire vote)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5 minutes au début du CM suivant pour boucler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45160000" dist="241935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fier uniquement aux regards et à l’intuition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trop faciles (illusion de maîtrise)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sans demander “pourquoi” (pas de modèle mental)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résultats du diagnostic (pas d’adaptation)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Accumuler du feedback sans le traiter (frustration)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• Quick wins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questions conceptuelles (4 options + justification)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misconceptions : erreur → pourquoi elle arrive → correctif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: “si score bas → action”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d’exit tickets (idée clé + point flou + application)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•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Pré-test 3 min (pré-requis) → ajuster le niveau de détail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 : vote → justification en duo → revote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Mini-correction : montrer 2 erreurs typiques, les démonter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sortie : 1 point flou → vous commencez par ça la prochaine fois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vous n’avez besoin que de 3 diagnostics par séance pour progresser.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• Scénarios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Assessment Techniques (Angelo &amp; Cross)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Eberly Center : principes d’apprentissage et stratégies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• Références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Diagnostic CM – packs de ressources</cp:lastModifiedBy>
  <cp:revision>1</cp:revision>
  <dcterms:created xsi:type="dcterms:W3CDTF">2026-02-10T00:15:41Z</dcterms:created>
  <dcterms:modified xsi:type="dcterms:W3CDTF">2026-02-10T00:15:41Z</dcterms:modified>
</cp:coreProperties>
</file>