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4" d="100"/>
          <a:sy n="74" d="100"/>
        </p:scale>
        <p:origin x="352" y="-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31535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
Sources]
- https://moodle.org/
- https://h5p.org/
- https://www.slido.com/powerpoint-polling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6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2331720"/>
            <a:ext cx="106372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77240" y="3246120"/>
            <a:ext cx="106372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Outils &amp; environnement de cours (LMS, quiz, Q&amp;A)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77240" y="6144768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Packs de ressources pour améliorer un cours magistral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DOMAINE 6 • TECH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peu d’outils, les maîtriser, et les intégrer à des scénarios pédagogiques.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615529" y="50292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 (ce que vous saurez faire après le module)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14200" y="1234440"/>
            <a:ext cx="10911535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50800" dist="1905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234440"/>
            <a:ext cx="109728" cy="507492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554480"/>
            <a:ext cx="103628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Compétences visées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14400" y="2057400"/>
            <a:ext cx="10362895" cy="3703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1 outil d’interaction et l’utiliser de façon routinière</a:t>
            </a:r>
            <a:endParaRPr lang="en-US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Mettre en place “1 outil = 3 scénarios” (diagnostic, concept check, exit ticket)</a:t>
            </a:r>
            <a:endParaRPr lang="en-US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Prévoir un plan B sans </a:t>
            </a:r>
            <a:r>
              <a:rPr lang="en-US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numérique</a:t>
            </a: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dirty="0" smtClean="0">
              <a:solidFill>
                <a:srgbClr val="37415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dirty="0" err="1" smtClean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Centraliser</a:t>
            </a:r>
            <a:r>
              <a:rPr lang="en-US" dirty="0" smtClean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ressources (Avant/Pendant/Après)</a:t>
            </a:r>
            <a:endParaRPr lang="en-US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Éviter la surcharge technique (friction, connexions, </a:t>
            </a:r>
            <a:r>
              <a:rPr lang="en-US" dirty="0" smtClean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logins, tester </a:t>
            </a:r>
            <a:r>
              <a:rPr lang="en-US" dirty="0" err="1" smtClean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</a:t>
            </a:r>
            <a:r>
              <a:rPr lang="en-US" dirty="0" smtClean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faire </a:t>
            </a:r>
            <a:r>
              <a:rPr lang="en-US" dirty="0" err="1" smtClean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dirty="0" smtClean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CM)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914400" y="5623560"/>
            <a:ext cx="10362895" cy="502920"/>
          </a:xfrm>
          <a:prstGeom prst="rect">
            <a:avLst/>
          </a:prstGeom>
          <a:solidFill>
            <a:srgbClr val="EEF2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5696712"/>
            <a:ext cx="100885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730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 : vous pouvez basculer en plan B en &lt;30 secondes.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6510528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wins (dès le prochain CM)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5250028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50800" dist="1905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68680" y="1554480"/>
            <a:ext cx="47928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faire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68680" y="2057400"/>
            <a:ext cx="4792828" cy="3977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QR code unique pour la séance (vote + questions)</a:t>
            </a:r>
            <a:endParaRPr lang="en-US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types de questions : QCM, nuage de mots, Q&amp;A anonyme</a:t>
            </a:r>
            <a:endParaRPr lang="en-US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Exporter les résultats (questions, scores) pour la séance suivante</a:t>
            </a:r>
            <a:endParaRPr lang="en-US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LMS : Avant/Pendant/Après + 1 page par séance</a:t>
            </a:r>
            <a:endParaRPr lang="en-US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B : cartons couleurs / mini-feuilles / main levée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6301588" y="1234440"/>
            <a:ext cx="5250028" cy="5074920"/>
          </a:xfrm>
          <a:prstGeom prst="rect">
            <a:avLst/>
          </a:prstGeom>
          <a:solidFill>
            <a:srgbClr val="FFCCCC"/>
          </a:solidFill>
          <a:ln w="12700">
            <a:solidFill>
              <a:srgbClr val="E5E7EB"/>
            </a:solidFill>
            <a:prstDash val="solid"/>
          </a:ln>
          <a:effectLst>
            <a:outerShdw blurRad="645160000" dist="241935000" algn="bl" rotWithShape="0">
              <a:srgbClr val="000000">
                <a:alpha val="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530188" y="1554480"/>
            <a:ext cx="47928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éviter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530188" y="2057400"/>
            <a:ext cx="4792828" cy="3977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Multiplier les </a:t>
            </a:r>
            <a:r>
              <a:rPr lang="en-US" dirty="0" err="1" smtClean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plateformes</a:t>
            </a:r>
            <a:r>
              <a:rPr lang="en-US" dirty="0" smtClean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et </a:t>
            </a:r>
            <a:r>
              <a:rPr lang="en-US" dirty="0" err="1" smtClean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</a:t>
            </a:r>
            <a:r>
              <a:rPr lang="en-US" dirty="0" smtClean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(perte de temps, confusion)</a:t>
            </a:r>
            <a:endParaRPr lang="en-US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Lancer un outil sans scénario pédagogique</a:t>
            </a:r>
            <a:endParaRPr lang="en-US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Demander des logins compliqués en amphi</a:t>
            </a:r>
            <a:endParaRPr lang="en-US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Ressources dispersées (mail, liens épars)</a:t>
            </a:r>
            <a:endParaRPr lang="en-US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Oublier l’accessibilité (lisibilité, contraste, alternatives)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548640" y="6510528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 &amp; livrables “clé en main”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10911535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50800" dist="1905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234440"/>
            <a:ext cx="109728" cy="507492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103628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vous pouvez copier-coller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14400" y="2057400"/>
            <a:ext cx="10362895" cy="3703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 “1 outil = 3 scénarios” (prêt à copier)</a:t>
            </a:r>
            <a:endParaRPr lang="en-US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technique (avant séance) + plan B</a:t>
            </a:r>
            <a:endParaRPr lang="en-US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Charte de Q&amp;A : anonymat, modération, upvote, hors-sujet</a:t>
            </a:r>
            <a:endParaRPr lang="en-US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Gabarit de page </a:t>
            </a:r>
            <a:r>
              <a:rPr lang="en-US" dirty="0" smtClean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LMS à </a:t>
            </a:r>
            <a:r>
              <a:rPr lang="en-US" dirty="0" err="1" smtClean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</a:t>
            </a:r>
            <a:r>
              <a:rPr lang="en-US" dirty="0" smtClean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et </a:t>
            </a:r>
            <a:r>
              <a:rPr lang="en-US" dirty="0" err="1" smtClean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réutiliser</a:t>
            </a:r>
            <a:r>
              <a:rPr lang="en-US" dirty="0" smtClean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objectifs, supports, </a:t>
            </a:r>
            <a:r>
              <a:rPr lang="en-US" dirty="0" err="1" smtClean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durée</a:t>
            </a:r>
            <a:r>
              <a:rPr lang="en-US" dirty="0" smtClean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 smtClean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attendue</a:t>
            </a:r>
            <a:r>
              <a:rPr lang="en-US" dirty="0" smtClean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dirty="0" err="1" smtClean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exercices</a:t>
            </a: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FAQ</a:t>
            </a: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914400" y="5623560"/>
            <a:ext cx="10362895" cy="502920"/>
          </a:xfrm>
          <a:prstGeom prst="rect">
            <a:avLst/>
          </a:prstGeom>
          <a:solidFill>
            <a:srgbClr val="EEF2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5696712"/>
            <a:ext cx="100885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730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Astuce : commencez par 1 template et répétez-le 3 séances de suite.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6510528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Scénarios / activités prêtes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10911535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50800" dist="1905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234440"/>
            <a:ext cx="109728" cy="507492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103628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 courts (amphi-friendly)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14400" y="2057400"/>
            <a:ext cx="10362895" cy="3703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d’entrée (2 min) → ajuster la profondeur</a:t>
            </a:r>
            <a:endParaRPr lang="en-US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check (4 choix) → débat en duo → revote</a:t>
            </a:r>
            <a:endParaRPr lang="en-US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 anonyme + </a:t>
            </a:r>
            <a:r>
              <a:rPr lang="en-US" dirty="0" smtClean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 </a:t>
            </a: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traiter les 3 plus votées</a:t>
            </a:r>
            <a:endParaRPr lang="en-US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Micro-devoir asynchrone via H5P </a:t>
            </a:r>
            <a:r>
              <a:rPr lang="en-US" dirty="0" smtClean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</a:t>
            </a:r>
            <a:r>
              <a:rPr lang="en-US" dirty="0" err="1" smtClean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</a:t>
            </a:r>
            <a:r>
              <a:rPr lang="en-US" dirty="0" smtClean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(video </a:t>
            </a:r>
            <a:r>
              <a:rPr lang="en-US" dirty="0" err="1" smtClean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courte</a:t>
            </a:r>
            <a:r>
              <a:rPr lang="en-US" dirty="0" smtClean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r>
              <a:rPr lang="en-US" dirty="0" smtClean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questions) </a:t>
            </a:r>
            <a:r>
              <a:rPr lang="en-US" dirty="0" err="1" smtClean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</a:t>
            </a:r>
            <a:r>
              <a:rPr lang="en-US" dirty="0" smtClean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article à lire + question</a:t>
            </a: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914400" y="5623560"/>
            <a:ext cx="10362895" cy="502920"/>
          </a:xfrm>
          <a:prstGeom prst="rect">
            <a:avLst/>
          </a:prstGeom>
          <a:solidFill>
            <a:srgbClr val="EEF2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5696712"/>
            <a:ext cx="100885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730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Astuce : standardisez 3 types d’interactions, pas plus.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6510528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Références &amp; ressources (sélection)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10911535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50800" dist="1905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14400" y="1600200"/>
            <a:ext cx="10362895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dirty="0" err="1" smtClean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Vidéo</a:t>
            </a:r>
            <a:r>
              <a:rPr lang="en-US" dirty="0" smtClean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 smtClean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</a:t>
            </a:r>
            <a:r>
              <a:rPr lang="en-US" dirty="0" smtClean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Moodle </a:t>
            </a: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plateforme</a:t>
            </a: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smtClean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LMS) </a:t>
            </a:r>
            <a:r>
              <a:rPr lang="en-US" dirty="0" err="1" smtClean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facilement</a:t>
            </a:r>
            <a:r>
              <a:rPr lang="en-US" dirty="0" smtClean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 smtClean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trouvable</a:t>
            </a:r>
            <a:r>
              <a:rPr lang="en-US" dirty="0" smtClean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sur </a:t>
            </a:r>
            <a:r>
              <a:rPr lang="en-US" dirty="0" err="1" smtClean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</a:t>
            </a:r>
            <a:endParaRPr lang="en-US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H5P (contenus interactifs : quiz, vidéo interactive)</a:t>
            </a:r>
            <a:endParaRPr lang="en-US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dirty="0" err="1" smtClean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SWooclap</a:t>
            </a:r>
            <a:r>
              <a:rPr lang="en-US" dirty="0" smtClean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(Q&amp;A + polls, </a:t>
            </a:r>
            <a:r>
              <a:rPr lang="en-US" dirty="0" smtClean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possible </a:t>
            </a:r>
            <a:r>
              <a:rPr lang="en-US" dirty="0" err="1" smtClean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d’importer</a:t>
            </a:r>
            <a:r>
              <a:rPr lang="en-US" dirty="0" smtClean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 smtClean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facilement</a:t>
            </a:r>
            <a:r>
              <a:rPr lang="en-US" dirty="0" smtClean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son</a:t>
            </a:r>
            <a:r>
              <a:rPr lang="en-US" dirty="0" smtClean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PowerPoint et </a:t>
            </a:r>
            <a:r>
              <a:rPr lang="en-US" dirty="0" err="1" smtClean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</a:t>
            </a:r>
            <a:r>
              <a:rPr lang="en-US" dirty="0" smtClean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questions)</a:t>
            </a:r>
            <a:endParaRPr lang="en-US" dirty="0"/>
          </a:p>
        </p:txBody>
      </p:sp>
      <p:sp>
        <p:nvSpPr>
          <p:cNvPr id="6" name="Shape 3"/>
          <p:cNvSpPr/>
          <p:nvPr/>
        </p:nvSpPr>
        <p:spPr>
          <a:xfrm>
            <a:off x="548640" y="6510528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453</Words>
  <Application>Microsoft Office PowerPoint</Application>
  <PresentationFormat>Grand écran</PresentationFormat>
  <Paragraphs>51</Paragraphs>
  <Slides>6</Slides>
  <Notes>6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Diagnostic CM – packs de ressources</dc:creator>
  <cp:lastModifiedBy>JENDER Souphiane</cp:lastModifiedBy>
  <cp:revision>17</cp:revision>
  <dcterms:created xsi:type="dcterms:W3CDTF">2026-02-10T00:15:41Z</dcterms:created>
  <dcterms:modified xsi:type="dcterms:W3CDTF">2026-02-10T08:23:59Z</dcterms:modified>
</cp:coreProperties>
</file>