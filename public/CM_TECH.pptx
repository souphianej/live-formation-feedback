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https://moodle.org/
- https://h5p.org/
- https://www.slido.com/powerpoint-polling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&amp; environnement de cours (LMS, quiz, Q&amp;A)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614476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ressources pour améliorer un cours magistral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6 • TECH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domaine couvre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peu d’outils, les maîtriser, et les intégrer à des scénarios pédagogiques.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(ce que vous saurez faire après le module)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1 outil d’interaction et l’utiliser de façon routinière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“1 outil = 3 scénarios” (diagnostic, concept check, exit ticket)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Prévoir un plan B sans numérique (papier/main levée)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 les ressources (Avant/Pendant/Après)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la surcharge technique (friction, connexions, logins)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: vous pouvez basculer en plan B en &lt;30 secondes.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• Diagnostic CM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(dès le prochain CM)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QR code unique pour la séance (vote + questions)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de questions : QCM, nuage de mots, Q&amp;A anonyme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les résultats (questions, scores) pour la séance suivante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LMS : Avant/Pendant/Après + 1 page par séance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 : cartons couleurs / mini-feuilles / main levée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1588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45160000" dist="241935000" dir="162000000000">
              <a:srgbClr val="000000">
                <a:alpha val="12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0188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0188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 les plateformes (perte de temps, confusion)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un outil sans scénario pédagogique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des logins compliqués en amphi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dispersées (mail, liens épars)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l’accessibilité (lisibilité, contraste, alternatives)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• Quick wins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livrables “clé en main”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copier-coller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“1 outil = 3 scénarios” (prêt à copier)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technique (avant séance) + plan B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de Q&amp;A : anonymat, modération, upvote, hors-sujet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 de page LMS : objectifs, supports, exercices, FAQ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commencez par 1 template et répétez-le 3 séances de suite.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•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/ activités prêtes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(amphi-friendly)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d’entrée (2 min) → ajuster la profondeur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check (4 choix) → débat en duo → revote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anonyme + upvote : traiter les 3 plus votées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Micro-devoir asynchrone via H5P (vidéo + questions) si besoin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standardisez 3 types d’interactions, pas plus.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• Scénarios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(sélection)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(plateforme LMS open source)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H5P (contenus interactifs : quiz, vidéo interactive)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Slido (Q&amp;A + polls, intégrable à PowerPoint)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• Références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Diagnostic CM – packs de ressources</dc:creator>
  <cp:lastModifiedBy>Diagnostic CM – packs de ressources</cp:lastModifiedBy>
  <cp:revision>1</cp:revision>
  <dcterms:created xsi:type="dcterms:W3CDTF">2026-02-10T00:15:41Z</dcterms:created>
  <dcterms:modified xsi:type="dcterms:W3CDTF">2026-02-10T00:15:41Z</dcterms:modified>
</cp:coreProperties>
</file>