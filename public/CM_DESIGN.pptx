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352" y="-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65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https://www.wiley.com/en-us/Online%2BTeaching%2Bat%2BIts%2BBest%3A%2BMerging%2BInstructional%2BDesign%2Bwith%2BTeaching%2Band%2BLearning%2BResearch%2C%2B2nd%2BEdition-p-9781119765011
- https://www.wiley.com/en-gb/How%2BLearning%2BWorks%3A%2BSeven%2BResearch%2BBased%2BPrinciples%2Bfor%2BSmart%2BTeaching-p-9780470617601
- https://www.cmu.edu/teaching/resources/index.html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structuration du CM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614476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ressources pour améliorer un cours magistral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1 •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24128" y="1604255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segmentation, transitions, supports, exemples, synthèse.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10419" y="497747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(ce que vous saurez faire après le module)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54947"/>
            <a:ext cx="10911535" cy="569601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13067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visées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23260"/>
            <a:ext cx="10362895" cy="2537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Formuler 2–4 objectifs actionnables par séance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un CM en blocs de 10–15 minutes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charge des slides (1 idée / slide)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visibles les points clés et les liens entre parties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une synthèse finale réutilisable (FAQ, schéma, 3 messages)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: les étudiants peuvent “résumer le plan” en 20 secondes.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(dès le prochain CM)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visible + barre de progression (“où on en est”)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standard : “on vient de… / donc… / maintenant…”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exemple concret par notion clé (+ 1 contre-exemple)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micro-synthèse à mi-parcours (60 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: 3 messages + 1 exercice type + “prochaine fois”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1588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45160000" dist="241935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0188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0188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“mur de texte” et lecture à l’écran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Chapitres trop longs sans jalon ni respiration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tardifs ou absents (abstraction non arrimée)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implicites (“on passe à autre chose”)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séance sans synthèse ni cap pour la suite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• Quick wins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livrables “clé en main”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pouvez copier-coller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 de scénario (90 min) : objectifs → blocs → mini-check → synthèse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 slides : titre action + schéma + 3 mots-clés + 1 exemple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“charge cognitive” : lisible, minimal, progressif, signalé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d’exemples (exemple / contre-exemple / piège classique)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commencez par 1 template et répétez-le 3 séances de suite.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• Templates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/ activités prêtes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courts (amphi-friendly)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“Sandwich” : 12 min cours → 2 min check → 12 min cours → 2 min check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“Cas fil rouge” : 1 cas revient 3 fois avec complexité croissante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“Débogage” : 2 solutions proches, trouver l’erreur et justifier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“Schéma final” : construire ensemble une carte conceptuelle en fin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scénarisez d’abord 1 CM “pilot” et répliquez la structure.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• Scénarios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(sélection)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at Its Best / Online Teaching at Its Best (Nilson &amp; Goodson)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Learning Works (Ambrose et al.)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Eberly Center (CMU) : objectifs, stratégies, évaluations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• Références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458</Words>
  <Application>Microsoft Office PowerPoint</Application>
  <PresentationFormat>Grand écran</PresentationFormat>
  <Paragraphs>55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Diagnostic CM – packs de ressources</dc:creator>
  <cp:lastModifiedBy>JENDER Souphiane</cp:lastModifiedBy>
  <cp:revision>2</cp:revision>
  <dcterms:created xsi:type="dcterms:W3CDTF">2026-02-10T00:15:41Z</dcterms:created>
  <dcterms:modified xsi:type="dcterms:W3CDTF">2026-02-10T00:58:20Z</dcterms:modified>
</cp:coreProperties>
</file>