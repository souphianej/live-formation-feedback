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
Sources]
- https://www.wiley.com/en-us/Small%2BTeaching%3A%2BEveryday%2BLessons%2Bfrom%2Bthe%2BScience%2Bof%2BLearning%2C%2B2nd%2BEdition-p-9781119755548
- https://bokcenter.harvard.edu/
- https://www.cmu.edu/teaching/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Animation, présence, attention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614476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de ressources pour améliorer un cours magistral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2 • DYNAMIQUE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domaine couvre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Rythme, signaux, narration, gestion du temps, clarté en amphi.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(ce que vous saurez faire après le module)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visées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une routine de relance toutes les 10–15 minutes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signaux (“point clé”, “piège”, “à retenir”)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fort : question, prédiction, cas, surprise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Rendre l’utilité explicite (transfert, usage pro, décision)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un scénario temporel simple (début/centre/fin)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: vous pouvez couper 5 minutes sans perdre le fil.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 • Diagnostic CM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 (dès le prochain CM)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250028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554480"/>
            <a:ext cx="47928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479282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par une question qui force une prédiction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3 “phrases pivots” (messages clés) par séance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: alternance micro-activité / exposé (même 60 s)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le tableau pour “fabriquer” un schéma en direct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Prévoir un plan B pour la fin (si retard) et un bonus (si avance)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1588" y="1234440"/>
            <a:ext cx="5250028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645160000" dist="241935000" dir="162000000000">
              <a:srgbClr val="000000">
                <a:alpha val="12000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0188" y="1554480"/>
            <a:ext cx="47928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30188" y="2057400"/>
            <a:ext cx="479282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Exposé continu sans jalons (attention décroissante)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d’objectifs/annonces, pas assez de signaux “à retenir”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Démarrages “administratifs” trop longs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trop tardifs (après 30 min d’abstraction)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“coupée” sans synthèse (perte de consolidation)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 • Quick wins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&amp; livrables “clé en main”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pouvez copier-coller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 lancement (2 min) : “pourquoi” + objectifs + plan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 transition (30 s) : récap → lien → prochaine étape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planification : 6 relances / 90 min (horodatées)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“présence” : voix, silences, regard, déplacements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commencez par 1 template et répétez-le 3 séances de suite.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 • Templates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Scénarios / activités prêtes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courts (amphi-friendly)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“Histoire en 3 actes” : contexte → tension → résolution → morale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“Erreur typique” : montrer l’erreur la plus fréquente puis corriger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“Stop &amp; sketch” : 60 s pour dessiner le schéma du concept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“Slogan” : les étudiants écrivent la règle en une phrase (280 car.)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planifiez les relances comme des “rendez-vous” (pas au feeling).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 • Scénarios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&amp; ressources (sélection)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905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103628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Teaching (Lang) : petits changements à fort impact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Bok Center (Harvard) : ressources sur enseignement et animation</a:t>
            </a:r>
            <a:endParaRPr lang="en-US" sz="1600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Eberly Center (CMU) : stratégies fondées sur la recherche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 • Références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Diagnostic CM – packs de ressources</dc:creator>
  <cp:lastModifiedBy>Diagnostic CM – packs de ressources</cp:lastModifiedBy>
  <cp:revision>1</cp:revision>
  <dcterms:created xsi:type="dcterms:W3CDTF">2026-02-10T00:15:41Z</dcterms:created>
  <dcterms:modified xsi:type="dcterms:W3CDTF">2026-02-10T00:15:41Z</dcterms:modified>
</cp:coreProperties>
</file>