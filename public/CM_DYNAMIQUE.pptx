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4" d="100"/>
          <a:sy n="64" d="100"/>
        </p:scale>
        <p:origin x="724" y="-1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2953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https://www.wiley.com/en-us/Small%2BTeaching%3A%2BEveryday%2BLessons%2Bfrom%2Bthe%2BScience%2Bof%2BLearning%2C%2B2nd%2BEdition-p-9781119755548
- https://bokcenter.harvard.edu/
- https://www.cmu.edu/teaching/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331720"/>
            <a:ext cx="106372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DYNAMIQUE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77240" y="3246120"/>
            <a:ext cx="106372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Animation, présence, attention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6144768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Packs de ressources pour améliorer un cours magistral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2 • DYNAMIQUE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Rythme, signaux, narration, gestion du temps, clarté en amphi.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262510" y="41148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(ce que vous saurez faire après le module)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10911535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234440"/>
            <a:ext cx="109728" cy="5074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5448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visées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2057400"/>
            <a:ext cx="10362895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une routine de relance toutes les 10–15 minutes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des signaux (“point clé”, “piège”, “à retenir”)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Démarrer fort : question, prédiction, cas, surprise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Rendre l’utilité explicite (transfert, usage pro, décision)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Tenir un scénario temporel simple (début/centre/fin)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914400" y="5623560"/>
            <a:ext cx="10362895" cy="502920"/>
          </a:xfrm>
          <a:prstGeom prst="rect">
            <a:avLst/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5696712"/>
            <a:ext cx="100885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 : vous pouvez couper 5 minutes sans perdre le fil.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6510528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 (dès le prochain CM)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250028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554480"/>
            <a:ext cx="47928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faire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2057400"/>
            <a:ext cx="4792828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par une question qui force une prédiction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3 “phrases pivots” (messages clés) par séance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Rythme : alternance micro-activité / exposé (même 60 s)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le tableau pour “fabriquer” un schéma en direct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Prévoir un plan B pour la fin (si retard) et un bonus (si avance)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301588" y="1234440"/>
            <a:ext cx="5250028" cy="5074920"/>
          </a:xfrm>
          <a:prstGeom prst="rect">
            <a:avLst/>
          </a:prstGeom>
          <a:solidFill>
            <a:srgbClr val="FFCCCC"/>
          </a:solidFill>
          <a:ln w="12700">
            <a:solidFill>
              <a:srgbClr val="E5E7EB"/>
            </a:solidFill>
            <a:prstDash val="solid"/>
          </a:ln>
          <a:effectLst>
            <a:outerShdw blurRad="645160000" dist="241935000" algn="bl" rotWithShape="0">
              <a:srgbClr val="000000">
                <a:alpha val="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30188" y="1554480"/>
            <a:ext cx="47928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éviter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30188" y="2057400"/>
            <a:ext cx="4792828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Exposé continu sans jalons (attention décroissante)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 d’objectifs/annonces, pas assez de signaux “à retenir”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Démarrages “administratifs” trop longs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trop tardifs (après 30 min d’abstraction)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“coupée” sans synthèse (perte de consolidation)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48640" y="6510528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6410" y="502920"/>
            <a:ext cx="10965206" cy="3518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&amp; livrables “clé en main”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86410" y="1234440"/>
            <a:ext cx="10965206" cy="390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39540" y="1234440"/>
            <a:ext cx="110268" cy="39054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3428" y="1554480"/>
            <a:ext cx="10413867" cy="281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pouvez copier-coller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3428" y="2057400"/>
            <a:ext cx="10413867" cy="28499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de lancement (2 min) : “pourquoi” + objectifs + plan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de transition (30 s) : récap → lien → prochaine étape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de planification : 6 relances / 90 min (horodatées)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“présence” : voix, silences, regard, déplacements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863428" y="5623560"/>
            <a:ext cx="10413867" cy="387030"/>
          </a:xfrm>
          <a:prstGeom prst="rect">
            <a:avLst/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1938" y="5696712"/>
            <a:ext cx="10138198" cy="281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: commencez par 1 template et répétez-le 3 séances de suite.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94070" y="6510528"/>
            <a:ext cx="11148986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Scénarios / activités prêtes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0911535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34440"/>
            <a:ext cx="109728" cy="5074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courts (amphi-friendly)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10362895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“Histoire en 3 actes” : contexte → tension → résolution → morale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“Erreur typique” : montrer l’erreur la plus fréquente puis corriger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“Stop &amp; sketch” : 60 s pour dessiner le schéma du concept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“Slogan” : les étudiants écrivent la règle en une phrase (280 car.)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914400" y="5623560"/>
            <a:ext cx="10362895" cy="502920"/>
          </a:xfrm>
          <a:prstGeom prst="rect">
            <a:avLst/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5696712"/>
            <a:ext cx="100885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: planifiez les relances comme des “rendez-vous” (pas au feeling).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6510528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Références &amp; ressources (sélection)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0911535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00200"/>
            <a:ext cx="1036289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Teaching (Lang) : petits changements à fort impact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Bok Center (Harvard) : ressources sur enseignement et animation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Eberly Center (CMU) : stratégies fondées sur la recherche</a:t>
            </a: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548640" y="6510528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455</Words>
  <Application>Microsoft Office PowerPoint</Application>
  <PresentationFormat>Grand écran</PresentationFormat>
  <Paragraphs>51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Diagnostic CM – packs de ressources</dc:creator>
  <cp:lastModifiedBy>JENDER Souphiane</cp:lastModifiedBy>
  <cp:revision>3</cp:revision>
  <dcterms:created xsi:type="dcterms:W3CDTF">2026-02-10T00:15:41Z</dcterms:created>
  <dcterms:modified xsi:type="dcterms:W3CDTF">2026-02-10T08:39:20Z</dcterms:modified>
</cp:coreProperties>
</file>