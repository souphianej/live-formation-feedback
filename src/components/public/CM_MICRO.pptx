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3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https://www.wooclap.com/
- https://www.mentimeter.com/
- https://www.slido.com/features-live-qa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Interactivité légère (sans casser le CM)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3 • MICRO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courtes, votes, mini-écrits, Q&amp;A et routines de participation.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3920" y="411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4–6 interactions courtes par séance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“qui sait ?” à “tout le monde répond”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silence (temps d’attente + paire + retour)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des questions sans monopolisation (anonyme, upvote)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Clore par un exit ticket utile pour la séance suivante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vous savez obtenir 80% de réponses en &lt;30 secondes.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Think–Pair–Share (2 min) : solo → duo → 2 retours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paper : “idée clé” + “point flou”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express (4 choix) + “justifiez en 1 phrase”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lot : questions collectées, 2 traitées en fin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1 interaction = 1 minute (timée)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CCCC"/>
          </a:solidFill>
          <a:ln w="12700">
            <a:solidFill>
              <a:srgbClr val="E5E7EB"/>
            </a:solidFill>
            <a:prstDash val="solid"/>
          </a:ln>
          <a:effectLst>
            <a:outerShdw blurRad="645160000" dist="241935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trop ouvertes sans cadrage (réponses longues)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les mêmes répondants (volontaires)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à la place des étudiants trop vite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sans tri → dérive hors-sujet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les outils (friction) au lieu d’une routine stable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20 questions “concept check” (4 options + justification)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d’interaction : consigne, temps, livrable, retour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d’exit tickets : 3–2–1 / muddiest point / 1 application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“vote → débat 2 min → revote”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“Vrai/Faux + pourquoi” : 30 s vote, 60 s justification en duo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“Classement” : ordonner 4 options (du + au – pertinent)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“Exemple/contre-exemple” : chacun propose 1, puis vote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“Question anonyme” : 2 min collecte, 1 min tri, 3 min réponses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225735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privilégiez 1 routine stable (mêmes gestes, mêmes </a:t>
            </a:r>
            <a:r>
              <a:rPr lang="en-US" sz="1600" dirty="0" err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</a:t>
            </a:r>
            <a:r>
              <a:rPr lang="en-US" sz="1600" dirty="0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avec </a:t>
            </a:r>
            <a:r>
              <a:rPr lang="en-US" sz="1600" dirty="0" err="1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laquelle</a:t>
            </a:r>
            <a:r>
              <a:rPr lang="en-US" sz="1600" dirty="0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</a:t>
            </a:r>
            <a:r>
              <a:rPr lang="en-US" sz="1600" dirty="0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</a:t>
            </a:r>
            <a:r>
              <a:rPr lang="en-US" sz="1600" dirty="0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600" dirty="0" err="1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l’aise</a:t>
            </a:r>
            <a:r>
              <a:rPr lang="en-US" sz="1600" dirty="0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</a:t>
            </a:r>
            <a:r>
              <a:rPr lang="en-US" sz="1600" dirty="0" err="1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</a:t>
            </a:r>
            <a:r>
              <a:rPr lang="en-US" sz="1600" dirty="0" smtClean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début.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Wooclap : questions et polls en temps réel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Mentimeter : polls, quizzes, Q&amp;A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Slido : Q&amp;A anonyme + votes (upvote)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441</Words>
  <Application>Microsoft Office PowerPoint</Application>
  <PresentationFormat>Grand écran</PresentationFormat>
  <Paragraphs>51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JENDER Souphiane</cp:lastModifiedBy>
  <cp:revision>4</cp:revision>
  <dcterms:created xsi:type="dcterms:W3CDTF">2026-02-10T00:15:41Z</dcterms:created>
  <dcterms:modified xsi:type="dcterms:W3CDTF">2026-02-10T08:36:08Z</dcterms:modified>
</cp:coreProperties>
</file>