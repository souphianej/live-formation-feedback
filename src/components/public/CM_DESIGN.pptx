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CC"/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5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5653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https://www.wiley.com/en-us/Online%2BTeaching%2Bat%2BIts%2BBest%3A%2BMerging%2BInstructional%2BDesign%2Bwith%2BTeaching%2Band%2BLearning%2BResearch%2C%2B2nd%2BEdition-p-9781119765011
- https://www.wiley.com/en-gb/How%2BLearning%2BWorks%3A%2BSeven%2BResearch%2BBased%2BPrinciples%2Bfor%2BSmart%2BTeaching-p-9780470617601
- https://www.cmu.edu/teaching/resources/index.html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331720"/>
            <a:ext cx="106372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77240" y="3246120"/>
            <a:ext cx="106372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&amp; structuration du CM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6144768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Packs de ressources pour améliorer un cours magistral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1 • DESIGN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24128" y="1604255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Objectifs, segmentation, transitions, supports, exemples, synthèse.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710419" y="497747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(ce que vous saurez faire après le module)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954947"/>
            <a:ext cx="10911535" cy="569601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234440"/>
            <a:ext cx="109728" cy="5074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413067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visées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3223260"/>
            <a:ext cx="10362895" cy="25374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Formuler 2–4 objectifs actionnables par séance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Structurer un CM en blocs de 10–15 minutes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Réduire la charge des slides (1 idée / slide)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Rendre visibles les points clés et les liens entre parties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une synthèse finale réutilisable (FAQ, schéma, 3 messages)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914400" y="5623560"/>
            <a:ext cx="10362895" cy="502920"/>
          </a:xfrm>
          <a:prstGeom prst="rect">
            <a:avLst/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5696712"/>
            <a:ext cx="100885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 : les étudiants peuvent “résumer le plan” en 20 secondes.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6510528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 (dès le prochain CM)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250028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554480"/>
            <a:ext cx="47928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faire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2057400"/>
            <a:ext cx="4792828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visible + barre de progression (“où on en est”)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Transitions standard : “on vient de… / donc… / maintenant…”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exemple concret par notion clé (+ 1 contre-exemple)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micro-synthèse à mi-parcours (60 s)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: 3 messages </a:t>
            </a: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dirty="0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exercice type </a:t>
            </a:r>
            <a:r>
              <a:rPr lang="en-US" dirty="0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“prochaine fois”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301588" y="1234440"/>
            <a:ext cx="5250028" cy="5074920"/>
          </a:xfrm>
          <a:prstGeom prst="rect">
            <a:avLst/>
          </a:prstGeom>
          <a:solidFill>
            <a:srgbClr val="FFCCCC"/>
          </a:solidFill>
          <a:ln w="12700">
            <a:solidFill>
              <a:srgbClr val="E5E7EB"/>
            </a:solidFill>
            <a:prstDash val="solid"/>
          </a:ln>
          <a:effectLst>
            <a:outerShdw blurRad="645160000" dist="241935000" algn="bl" rotWithShape="0">
              <a:srgbClr val="000000">
                <a:alpha val="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30188" y="1554480"/>
            <a:ext cx="47928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éviter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30188" y="2057400"/>
            <a:ext cx="4792828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“mur de texte” et lecture à l’écran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Chapitres trop longs sans jalon ni respiration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tardifs ou absents (abstraction non arrimée)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Transitions implicites (“on passe à autre chose”)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 séance sans synthèse ni cap pour la suite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48640" y="6510528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&amp; livrables “clé en main”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911535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34440"/>
            <a:ext cx="109728" cy="5074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pouvez copier-coller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10362895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 err="1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</a:t>
            </a:r>
            <a:r>
              <a:rPr lang="en-US" dirty="0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</a:t>
            </a:r>
            <a:r>
              <a:rPr lang="en-US" dirty="0" err="1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</a:t>
            </a:r>
            <a:r>
              <a:rPr lang="en-US" dirty="0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scénario (90 min) : objectifs → blocs → mini-check → synthèse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 err="1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</a:t>
            </a:r>
            <a:r>
              <a:rPr lang="en-US" dirty="0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</a:t>
            </a:r>
            <a:r>
              <a:rPr lang="en-US" dirty="0" err="1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</a:t>
            </a:r>
            <a:r>
              <a:rPr lang="en-US" dirty="0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: titre action + </a:t>
            </a:r>
            <a:r>
              <a:rPr lang="en-US" dirty="0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</a:t>
            </a:r>
            <a:r>
              <a:rPr lang="en-US" dirty="0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 mots-clés + 1 exemple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</a:t>
            </a:r>
            <a:r>
              <a:rPr lang="en-US" dirty="0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limiter la “charge </a:t>
            </a: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cognitive” : lisible, minimal, progressif, signalé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Bibliothèque</a:t>
            </a: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d’exemples</a:t>
            </a: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 la main</a:t>
            </a:r>
            <a:r>
              <a:rPr lang="en-US" dirty="0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(exemple / contre-exemple / piège classique)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914400" y="5623560"/>
            <a:ext cx="10362895" cy="502920"/>
          </a:xfrm>
          <a:prstGeom prst="rect">
            <a:avLst/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5696712"/>
            <a:ext cx="100885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: commencez par 1 template et répétez-le 3 séances de suite.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6510528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Scénarios / activités prêtes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911535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34440"/>
            <a:ext cx="109728" cy="5074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courts (amphi-friendly)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10362895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“Sandwich” : 12 min cours → 2 min check → 12 min cours → 2 min check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“Cas fil rouge” : 1 cas revient 3 fois avec complexité croissante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“Débogage” : 2 solutions proches, trouver l’erreur et justifier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“Schéma final” : construire ensemble une carte conceptuelle en fin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914400" y="5623560"/>
            <a:ext cx="10362895" cy="502920"/>
          </a:xfrm>
          <a:prstGeom prst="rect">
            <a:avLst/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5696712"/>
            <a:ext cx="100885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: scénarisez d’abord 1 CM “pilot” et répliquez la structure.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6510528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Références &amp; ressources (sélection)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911535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00200"/>
            <a:ext cx="1036289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at Its Best / Online Teaching at Its Best (Nilson &amp; Goodson)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Learning Works (Ambrose et al.)</a:t>
            </a: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Eberly Center (CMU) : objectifs, stratégies, évaluations</a:t>
            </a: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548640" y="6510528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454</Words>
  <Application>Microsoft Office PowerPoint</Application>
  <PresentationFormat>Grand écran</PresentationFormat>
  <Paragraphs>51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Diagnostic CM – packs de ressources</dc:creator>
  <cp:lastModifiedBy>JENDER Souphiane</cp:lastModifiedBy>
  <cp:revision>10</cp:revision>
  <dcterms:created xsi:type="dcterms:W3CDTF">2026-02-10T00:15:41Z</dcterms:created>
  <dcterms:modified xsi:type="dcterms:W3CDTF">2026-02-10T07:57:22Z</dcterms:modified>
</cp:coreProperties>
</file>